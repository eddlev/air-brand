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5836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03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517904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 VM4AI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29718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Presentation title ]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49808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8F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One-line subtitle or framing for the talk ]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Configure. Organize. Execute.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85432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Presenter · date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400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737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7400" dirty="0"/>
          </a:p>
        </p:txBody>
      </p:sp>
      <p:sp>
        <p:nvSpPr>
          <p:cNvPr id="4" name="Text 1"/>
          <p:cNvSpPr/>
          <p:nvPr/>
        </p:nvSpPr>
        <p:spPr>
          <a:xfrm>
            <a:off x="73152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Section title ]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49808" y="4297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8F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A short line describing what this section covers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SECTION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Slide title goes here ]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6126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First point — replace with your content ]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Second point — keep it to one idea per line ]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Third point — evidence over assertion ]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Fourth point — optional 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1417320"/>
            <a:ext cx="3931920" cy="4160520"/>
          </a:xfrm>
          <a:prstGeom prst="roundRect">
            <a:avLst>
              <a:gd name="adj" fmla="val 2791"/>
            </a:avLst>
          </a:prstGeom>
          <a:solidFill>
            <a:srgbClr val="221C18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home/claude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6517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visual / chart / diagram 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AIR · vm4ai.com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591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Comparison or two-part title ]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120640" cy="3886200"/>
          </a:xfrm>
          <a:prstGeom prst="roundRect">
            <a:avLst>
              <a:gd name="adj" fmla="val 2824"/>
            </a:avLst>
          </a:prstGeom>
          <a:solidFill>
            <a:srgbClr val="221C18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5156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Column A 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7889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point one ]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point two ]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point three 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36792" y="1828800"/>
            <a:ext cx="5120640" cy="3886200"/>
          </a:xfrm>
          <a:prstGeom prst="roundRect">
            <a:avLst>
              <a:gd name="adj" fmla="val 2824"/>
            </a:avLst>
          </a:prstGeom>
          <a:solidFill>
            <a:srgbClr val="221C18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56832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Column B 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56832" y="27889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point one ]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point two ]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point three 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AIR · vm4ai.com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591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400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STATEMENT ]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210312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Your key message, with one </a:t>
            </a:r>
            <a:pPr indent="0" marL="0">
              <a:buNone/>
            </a:pPr>
            <a:r>
              <a:rPr lang="en-US" sz="4000" b="1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emphasized</a:t>
            </a:r>
            <a:pPr indent="0" marL="0">
              <a:buNone/>
            </a:pPr>
            <a:r>
              <a:rPr lang="en-US" sz="40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idea that lands. ]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49808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— supporting line, attribution, or source ]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AIR · vm4ai.com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2591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836" y="1783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0175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E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3886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Configure. Organize. Execute.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name@vm4ai.com · vm4ai.com ]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61264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A8F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Made with AIR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— Deck Template</dc:title>
  <dc:subject>PptxGenJS Presentation</dc:subject>
  <dc:creator>VM4AI</dc:creator>
  <cp:lastModifiedBy>VM4AI</cp:lastModifiedBy>
  <cp:revision>1</cp:revision>
  <dcterms:created xsi:type="dcterms:W3CDTF">2026-06-21T16:56:38Z</dcterms:created>
  <dcterms:modified xsi:type="dcterms:W3CDTF">2026-06-21T16:56:38Z</dcterms:modified>
</cp:coreProperties>
</file>